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8C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applycling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Products, One Engine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 source agent-native tool + a hosted SaaS workbench.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E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skills. Same engine. Different users.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6177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Amirali ·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applycling does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097280" cy="36576"/>
          </a:xfrm>
          <a:prstGeom prst="rect">
            <a:avLst/>
          </a:prstGeom>
          <a:solidFill>
            <a:srgbClr val="4F8CF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 job URL into a complete application package.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54864" cy="411480"/>
          </a:xfrm>
          <a:prstGeom prst="rect">
            <a:avLst/>
          </a:prstGeom>
          <a:solidFill>
            <a:srgbClr val="4F8CF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1031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Paste URL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359152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sends a job link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697480"/>
            <a:ext cx="54864" cy="411480"/>
          </a:xfrm>
          <a:prstGeom prst="rect">
            <a:avLst/>
          </a:prstGeom>
          <a:solidFill>
            <a:srgbClr val="4F8CFF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6974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Scrape + Analyze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953512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description, company context, role intel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291840"/>
            <a:ext cx="54864" cy="411480"/>
          </a:xfrm>
          <a:prstGeom prst="rect">
            <a:avLst/>
          </a:prstGeom>
          <a:solidFill>
            <a:srgbClr val="4F8CFF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291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Generate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3547872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resume, cover letter, positioning brief, email, fit summary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886200"/>
            <a:ext cx="54864" cy="411480"/>
          </a:xfrm>
          <a:prstGeom prst="rect">
            <a:avLst/>
          </a:prstGeom>
          <a:solidFill>
            <a:srgbClr val="4F8CFF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886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 Package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4142232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PDFs in a dated folder, ready to submit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46177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applycling does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Two Different Users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097280" cy="36576"/>
          </a:xfrm>
          <a:prstGeom prst="rect">
            <a:avLst/>
          </a:prstGeom>
          <a:solidFill>
            <a:srgbClr val="4F8CFF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463040"/>
            <a:ext cx="3474720" cy="2743200"/>
          </a:xfrm>
          <a:prstGeom prst="rect">
            <a:avLst/>
          </a:prstGeom>
          <a:solidFill>
            <a:srgbClr val="131942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459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8C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Individual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103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Applying to a few jobs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24688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Wants great results, not a dashboard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28346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Already has an AI agent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32004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Won't pay for "yet another tool"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35661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Will tell friends if it works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37760" y="1463040"/>
            <a:ext cx="3474720" cy="2743200"/>
          </a:xfrm>
          <a:prstGeom prst="rect">
            <a:avLst/>
          </a:prstGeom>
          <a:solidFill>
            <a:srgbClr val="131942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0" y="16459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DC8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Power User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12080" y="2103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Running a job search (20+ applications)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12080" y="24688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Wants to track, review, regenerate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12080" y="28346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Needs a workbench, analytics, history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212080" y="32004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Will pay for productivity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12080" y="35661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Grew out of the free version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46177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users · Two products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097280" cy="36576"/>
          </a:xfrm>
          <a:prstGeom prst="rect">
            <a:avLst/>
          </a:prstGeom>
          <a:solidFill>
            <a:srgbClr val="4F8CFF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463040"/>
            <a:ext cx="7680960" cy="777240"/>
          </a:xfrm>
          <a:prstGeom prst="rect">
            <a:avLst/>
          </a:prstGeom>
          <a:solidFill>
            <a:srgbClr val="131942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63040"/>
            <a:ext cx="54864" cy="777240"/>
          </a:xfrm>
          <a:prstGeom prst="rect">
            <a:avLst/>
          </a:prstGeom>
          <a:solidFill>
            <a:srgbClr val="4F8CFF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50876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 Skills (markdown)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78308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files · Orchestrator + content skills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E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Judgment, policy, LLM prompts · What + when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2423160"/>
            <a:ext cx="7680960" cy="777240"/>
          </a:xfrm>
          <a:prstGeom prst="rect">
            <a:avLst/>
          </a:prstGeom>
          <a:solidFill>
            <a:srgbClr val="131942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423160"/>
            <a:ext cx="54864" cy="777240"/>
          </a:xfrm>
          <a:prstGeom prst="rect">
            <a:avLst/>
          </a:prstGeom>
          <a:solidFill>
            <a:srgbClr val="3DDC84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46888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Tools (scripts)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274320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files · Scrape, clean, render, assemble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E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repeatable, testable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3383280"/>
            <a:ext cx="7680960" cy="777240"/>
          </a:xfrm>
          <a:prstGeom prst="rect">
            <a:avLst/>
          </a:prstGeom>
          <a:solidFill>
            <a:srgbClr val="131942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3383280"/>
            <a:ext cx="54864" cy="777240"/>
          </a:xfrm>
          <a:prstGeom prst="rect">
            <a:avLst/>
          </a:prstGeom>
          <a:solidFill>
            <a:srgbClr val="8E99B0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342900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E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Harness (agent)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370332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/ Claude Code / OpenClaw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E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calling, file I/O, error handling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E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gets reinvented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46177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 Skills · Sharp Tools · Thin Harness (Garry Tan's gbrain pattern)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4F8C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applycling  (open source)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097280" cy="36576"/>
          </a:xfrm>
          <a:prstGeom prst="rect">
            <a:avLst/>
          </a:prstGeom>
          <a:solidFill>
            <a:srgbClr val="4F8CF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"apply to https://jobs.lever.co/company/role"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to install.</a:t>
            </a:r>
            <a:pPr indent="0" marL="0">
              <a:buNone/>
            </a:pPr>
            <a:r>
              <a:rPr lang="en-US" sz="1200" dirty="0">
                <a:solidFill>
                  <a:srgbClr val="8E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Zero infrastructure. No signup. No monthly fee.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Full application package (resume, cover letter, positioning brief, email, fit summary)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Works on any agent runtime: Hermes, Claude Code, OpenClaw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Fork it, tweak the cover letter style, contribute back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MIT license. The engine is public. The skills are the moat.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4023360"/>
            <a:ext cx="7680960" cy="457200"/>
          </a:xfrm>
          <a:prstGeom prst="rect">
            <a:avLst/>
          </a:prstGeom>
          <a:solidFill>
            <a:srgbClr val="131942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069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· Agent-native · MIT · github.com/amirali/applycling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46177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applycling — open source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3DDC8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applycling Workbench  (SaaS)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097280" cy="36576"/>
          </a:xfrm>
          <a:prstGeom prst="rect">
            <a:avLst/>
          </a:prstGeom>
          <a:solidFill>
            <a:srgbClr val="3DDC8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applycling, plus the workbench.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Web dashboard — all your applications in one place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Job status tracking — saved, applied, interviewing, offer, rejected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Review and regenerate individual packages with one click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Analytics — which resumes are getting responses?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Multi-job management — running a job search, not applying to one role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4023360"/>
            <a:ext cx="7680960" cy="457200"/>
          </a:xfrm>
          <a:prstGeom prst="rect">
            <a:avLst/>
          </a:prstGeom>
          <a:solidFill>
            <a:srgbClr val="131942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069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· Hosted · applycling.com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46177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applycling Workbench — SaaS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This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097280" cy="36576"/>
          </a:xfrm>
          <a:prstGeom prst="rect">
            <a:avLst/>
          </a:prstGeom>
          <a:solidFill>
            <a:srgbClr val="4F8CF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is the funnel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27632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try applycling for free. They apply to 8 jobs. They think: "I want to see all of these in one place." They become Workbench customers — not because they were sold to, but because they outgrew the free version.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are the moat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404872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markdown files encode years of application-writing judgment. The open source version keeps them sharp through forks, tweaks, and contributions. Every improvement benefits both products.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engine, no fork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182112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products run the same skills and tools. Workbench adds UI, tracking, and analytics — not a different pipeline.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7033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Agent-native distribution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959352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 store. No npm install. No deployment. Users who already run an agent get applycling by dropping a folder.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46177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works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Eval Gate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097280" cy="36576"/>
          </a:xfrm>
          <a:prstGeom prst="rect">
            <a:avLst/>
          </a:prstGeom>
          <a:solidFill>
            <a:srgbClr val="4F8CF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shipping: 20 real URLs through the agent. Prove it works.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completeness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0" y="201168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files present in 18/20 runs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39572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success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0" y="239572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 render in 19/20 runs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77977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Never-fabricate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0" y="2779776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hallucinated experiences in 20/20 spot checks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16382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behavior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0" y="3163824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steps retry once, skip with warning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35478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naming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0" y="354787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format in 20/20 runs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3931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intervention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0" y="393192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≤1 manual fix per run on average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4114800"/>
            <a:ext cx="7680960" cy="411480"/>
          </a:xfrm>
          <a:prstGeom prst="rect">
            <a:avLst/>
          </a:prstGeom>
          <a:solidFill>
            <a:srgbClr val="131942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160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→ ship agent-native. Fail → fall back to thin Python orchestrator. Either way, skills stay public.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46177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gate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Engine, No Fork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097280" cy="36576"/>
          </a:xfrm>
          <a:prstGeom prst="rect">
            <a:avLst/>
          </a:prstGeom>
          <a:solidFill>
            <a:srgbClr val="4F8CF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2651760" cy="2926080"/>
          </a:xfrm>
          <a:prstGeom prst="rect">
            <a:avLst/>
          </a:prstGeom>
          <a:solidFill>
            <a:srgbClr val="131942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8C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applycling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repo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21945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18 skill files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248716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4 deterministic tools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277977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Orchestrator skill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307238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setup.sh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336499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eval gate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36576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MIT license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29000" y="1371600"/>
            <a:ext cx="2651760" cy="2926080"/>
          </a:xfrm>
          <a:prstGeom prst="rect">
            <a:avLst/>
          </a:prstGeom>
          <a:solidFill>
            <a:srgbClr val="131942"/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0" y="1508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Shared Engine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66160" y="17830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call these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566160" y="21945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skills/*/SKILL.md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66160" y="248716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tools/{scrape, clean,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66160" y="277977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render, assemble}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66160" y="307238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Same sequence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66160" y="336499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Same output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09360" y="1371600"/>
            <a:ext cx="2651760" cy="2926080"/>
          </a:xfrm>
          <a:prstGeom prst="rect">
            <a:avLst/>
          </a:prstGeom>
          <a:solidFill>
            <a:srgbClr val="131942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1508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DC8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Workbench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46520" y="17830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repo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46520" y="21945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Web UI (FastAPI)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46520" y="248716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Job tracker (Postgres)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46520" y="277977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Multi-job management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46520" y="307238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Analytics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46520" y="336499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Auth + subscriptions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1520" y="46177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engine · Two repos · Zero drift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097280" cy="36576"/>
          </a:xfrm>
          <a:prstGeom prst="rect">
            <a:avLst/>
          </a:prstGeom>
          <a:solidFill>
            <a:srgbClr val="4F8CFF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463040"/>
            <a:ext cx="457200" cy="502920"/>
          </a:xfrm>
          <a:prstGeom prst="rect">
            <a:avLst/>
          </a:prstGeom>
          <a:solidFill>
            <a:srgbClr val="4F8CF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813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463040" y="15087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orchestrator skill + 4 deterministic tools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0" y="15087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E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194560"/>
            <a:ext cx="457200" cy="502920"/>
          </a:xfrm>
          <a:prstGeom prst="rect">
            <a:avLst/>
          </a:prstGeom>
          <a:solidFill>
            <a:srgbClr val="4F8CFF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21284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463040" y="22402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eval gate — 20 real URLs through Hermes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0" y="22402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E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1-2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926080"/>
            <a:ext cx="457200" cy="502920"/>
          </a:xfrm>
          <a:prstGeom prst="rect">
            <a:avLst/>
          </a:prstGeom>
          <a:solidFill>
            <a:srgbClr val="4F8CFF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94436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463040" y="29718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applycling to public GitHub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0" y="29718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E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657600"/>
            <a:ext cx="457200" cy="502920"/>
          </a:xfrm>
          <a:prstGeom prst="rect">
            <a:avLst/>
          </a:prstGeom>
          <a:solidFill>
            <a:srgbClr val="4F8CF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6758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463040" y="37033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Workbench to consume same skills + tools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0" y="37033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E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2-3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4297680"/>
            <a:ext cx="7680960" cy="411480"/>
          </a:xfrm>
          <a:prstGeom prst="rect">
            <a:avLst/>
          </a:prstGeom>
          <a:solidFill>
            <a:srgbClr val="131942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343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ships first. SaaS follows. Skills improve both.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46177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applycling — Two Products, One Engine</dc:title>
  <dc:subject>PptxGenJS Presentation</dc:subject>
  <dc:creator>Amirali</dc:creator>
  <cp:lastModifiedBy>Amirali</cp:lastModifiedBy>
  <cp:revision>1</cp:revision>
  <dcterms:created xsi:type="dcterms:W3CDTF">2026-05-06T08:25:17Z</dcterms:created>
  <dcterms:modified xsi:type="dcterms:W3CDTF">2026-05-06T08:25:17Z</dcterms:modified>
</cp:coreProperties>
</file>